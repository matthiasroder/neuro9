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.jpg"/>
  <Relationship Id="rId2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2.jpg"/>
  <Relationship Id="rId2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3.jpg"/>
  <Relationship Id="rId2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4.jpg"/>
  <Relationship Id="rId2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5.jpg"/>
  <Relationship Id="rId2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6.jpg"/>
  <Relationship Id="rId2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7.jpg"/>
  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NEURO9 slid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NEURO9 slid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NEURO9 slid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NEURO9 slid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NEURO9 slid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NEURO9 slid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NEURO9 slid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NEURO9">
  <a:themeElements>
    <a:clrScheme name="NEURO9">
      <a:dk1>
        <a:srgbClr val="000000"/>
      </a:dk1>
      <a:lt1>
        <a:srgbClr val="FFFFFF"/>
      </a:lt1>
      <a:dk2>
        <a:srgbClr val="1F1F1F"/>
      </a:dk2>
      <a:lt2>
        <a:srgbClr val="F5F1E8"/>
      </a:lt2>
      <a:accent1>
        <a:srgbClr val="FF2E2E"/>
      </a:accent1>
      <a:accent2>
        <a:srgbClr val="2ED3FF"/>
      </a:accent2>
      <a:accent3>
        <a:srgbClr val="E0B45C"/>
      </a:accent3>
      <a:accent4>
        <a:srgbClr val="808080"/>
      </a:accent4>
      <a:accent5>
        <a:srgbClr val="C8C0B3"/>
      </a:accent5>
      <a:accent6>
        <a:srgbClr val="050506"/>
      </a:accent6>
      <a:hlink>
        <a:srgbClr val="2ED3FF"/>
      </a:hlink>
      <a:folHlink>
        <a:srgbClr val="E0B45C"/>
      </a:folHlink>
    </a:clrScheme>
    <a:fontScheme name="NEURO9">
      <a:majorFont>
        <a:latin typeface="Aptos Display"/>
      </a:majorFont>
      <a:minorFont>
        <a:latin typeface="Aptos"/>
      </a:minorFont>
    </a:fontScheme>
    <a:fmtScheme name="NEURO9">
      <a:fillStyleLst>
        <a:solidFill>
          <a:schemeClr val="phClr"/>
        </a:solidFill>
        <a:gradFill rotWithShape="1">
          <a:gsLst>
            <a:gs pos="0">
              <a:schemeClr val="phClr"/>
            </a:gs>
            <a:gs pos="100000">
              <a:schemeClr val="phClr"/>
            </a:gs>
          </a:gsLst>
          <a:lin ang="5400000" scaled="0"/>
        </a:gradFill>
        <a:gradFill rotWithShape="1">
          <a:gsLst>
            <a:gs pos="0">
              <a:schemeClr val="phClr"/>
            </a:gs>
            <a:gs pos="100000">
              <a:schemeClr val="phClr"/>
            </a:gs>
          </a:gsLst>
          <a:lin ang="5400000" scaled="0"/>
        </a:gra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Widescreen</PresentationFormat>
  <Slides>7</Slides>
  <Notes>0</Notes>
  <HiddenSlides>0</HiddenSlides>
  <MMClips>0</MMClips>
  <ScaleCrop>false</ScaleCrop>
  <Company>The Mindshift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NEURO9 Pitchdeck</dc:title>
  <dc:creator>Codex</dc:creator>
  <cp:lastModifiedBy>Codex</cp:lastModifiedBy>
  <dcterms:created xsi:type="dcterms:W3CDTF">2026-05-21T16:25:59Z</dcterms:created>
  <dcterms:modified xsi:type="dcterms:W3CDTF">2026-05-21T16:25:59Z</dcterms:modified>
</cp:coreProperties>
</file>